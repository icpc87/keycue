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3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>
                <a:solidFill>
                  <a:srgbClr val="FFFFFF"/>
                </a:solidFill>
              </a:rPr>
              <a:t>1: タイトル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A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>
                <a:solidFill>
                  <a:srgbClr val="FFFFFF"/>
                </a:solidFill>
              </a:rPr>
              <a:t>2: 動画入り</a:t>
            </a:r>
          </a:p>
        </p:txBody>
      </p:sp>
      <p:pic>
        <p:nvPicPr>
          <p:cNvPr id="3" name="cli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00" y="1828800"/>
            <a:ext cx="6400800" cy="365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5A5A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>
                <a:solidFill>
                  <a:srgbClr val="FFFFFF"/>
                </a:solidFill>
              </a:rPr>
              <a:t>3: 非表示スライド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5A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>
                <a:solidFill>
                  <a:srgbClr val="FFFFFF"/>
                </a:solidFill>
              </a:rPr>
              <a:t>4: おわり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